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EABD8-9D14-465E-BABB-AA1B744E1203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3ACA-896D-473B-8795-A5B5FD948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EABD8-9D14-465E-BABB-AA1B744E1203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3ACA-896D-473B-8795-A5B5FD948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EABD8-9D14-465E-BABB-AA1B744E1203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3ACA-896D-473B-8795-A5B5FD948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EABD8-9D14-465E-BABB-AA1B744E1203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3ACA-896D-473B-8795-A5B5FD948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EABD8-9D14-465E-BABB-AA1B744E1203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3ACA-896D-473B-8795-A5B5FD948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EABD8-9D14-465E-BABB-AA1B744E1203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3ACA-896D-473B-8795-A5B5FD948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EABD8-9D14-465E-BABB-AA1B744E1203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3ACA-896D-473B-8795-A5B5FD948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EABD8-9D14-465E-BABB-AA1B744E1203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3ACA-896D-473B-8795-A5B5FD948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EABD8-9D14-465E-BABB-AA1B744E1203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3ACA-896D-473B-8795-A5B5FD948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EABD8-9D14-465E-BABB-AA1B744E1203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3ACA-896D-473B-8795-A5B5FD948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EABD8-9D14-465E-BABB-AA1B744E1203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3ACA-896D-473B-8795-A5B5FD948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BEABD8-9D14-465E-BABB-AA1B744E1203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83ACA-896D-473B-8795-A5B5FD94853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DOGESH  BHAI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FFFF00"/>
                </a:solidFill>
                <a:latin typeface="Algerian" pitchFamily="82" charset="0"/>
              </a:rPr>
              <a:t>THE MAGICAL DOG</a:t>
            </a:r>
            <a:endParaRPr lang="en-US" sz="2400" dirty="0">
              <a:solidFill>
                <a:srgbClr val="FFFF00"/>
              </a:solidFill>
              <a:latin typeface="Algerian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WHO IS DOGESH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>
                <a:latin typeface="Algerian" pitchFamily="82" charset="0"/>
              </a:rPr>
              <a:t>Dogesh</a:t>
            </a:r>
            <a:r>
              <a:rPr lang="en-US" sz="2400" dirty="0" smtClean="0">
                <a:latin typeface="Algerian" pitchFamily="82" charset="0"/>
              </a:rPr>
              <a:t> </a:t>
            </a:r>
            <a:r>
              <a:rPr lang="en-US" sz="2400" dirty="0" err="1" smtClean="0">
                <a:latin typeface="Algerian" pitchFamily="82" charset="0"/>
              </a:rPr>
              <a:t>bhai</a:t>
            </a:r>
            <a:r>
              <a:rPr lang="en-US" sz="2400" dirty="0" smtClean="0">
                <a:latin typeface="Algerian" pitchFamily="82" charset="0"/>
              </a:rPr>
              <a:t> is a creature born in </a:t>
            </a:r>
            <a:r>
              <a:rPr lang="en-US" sz="2400" dirty="0" err="1" smtClean="0">
                <a:latin typeface="Algerian" pitchFamily="82" charset="0"/>
              </a:rPr>
              <a:t>macroverse</a:t>
            </a:r>
            <a:r>
              <a:rPr lang="en-US" sz="2400" dirty="0" smtClean="0">
                <a:latin typeface="Algerian" pitchFamily="82" charset="0"/>
              </a:rPr>
              <a:t>  before the humanity existed. He is known for his power to make any good thing into bad thing (called </a:t>
            </a:r>
            <a:r>
              <a:rPr lang="en-US" sz="2400" dirty="0" err="1" smtClean="0">
                <a:latin typeface="Algerian" pitchFamily="82" charset="0"/>
              </a:rPr>
              <a:t>kand</a:t>
            </a:r>
            <a:r>
              <a:rPr lang="en-US" sz="2400" dirty="0" smtClean="0">
                <a:latin typeface="Algerian" pitchFamily="82" charset="0"/>
              </a:rPr>
              <a:t>).so , when I got to know about that I named my society’s street dog as </a:t>
            </a:r>
            <a:r>
              <a:rPr lang="en-US" sz="2400" dirty="0" err="1" smtClean="0">
                <a:latin typeface="Algerian" pitchFamily="82" charset="0"/>
              </a:rPr>
              <a:t>dogesh</a:t>
            </a:r>
            <a:r>
              <a:rPr lang="en-US" sz="2400" dirty="0" smtClean="0">
                <a:latin typeface="Algerian" pitchFamily="82" charset="0"/>
              </a:rPr>
              <a:t>.</a:t>
            </a:r>
          </a:p>
          <a:p>
            <a:pPr>
              <a:buNone/>
            </a:pPr>
            <a:r>
              <a:rPr lang="en-US" sz="2400" dirty="0" smtClean="0">
                <a:latin typeface="Algerian" pitchFamily="82" charset="0"/>
              </a:rPr>
              <a:t>     he became the most powerful mafia of my society. </a:t>
            </a:r>
            <a:r>
              <a:rPr lang="en-US" sz="2400" dirty="0" err="1" smtClean="0">
                <a:latin typeface="Algerian" pitchFamily="82" charset="0"/>
              </a:rPr>
              <a:t>Runned</a:t>
            </a:r>
            <a:r>
              <a:rPr lang="en-US" sz="2400" dirty="0" smtClean="0">
                <a:latin typeface="Algerian" pitchFamily="82" charset="0"/>
              </a:rPr>
              <a:t> behind children to scare them .</a:t>
            </a:r>
          </a:p>
          <a:p>
            <a:pPr>
              <a:buNone/>
            </a:pPr>
            <a:endParaRPr lang="en-US" sz="2400" dirty="0">
              <a:latin typeface="Algerian" pitchFamily="82" charset="0"/>
            </a:endParaRPr>
          </a:p>
          <a:p>
            <a:pPr>
              <a:buNone/>
            </a:pPr>
            <a:r>
              <a:rPr lang="en-US" sz="2400" dirty="0">
                <a:latin typeface="Algerian" pitchFamily="82" charset="0"/>
              </a:rPr>
              <a:t> </a:t>
            </a:r>
            <a:endParaRPr lang="en-US" sz="2400" dirty="0" smtClean="0">
              <a:latin typeface="Algerian" pitchFamily="82" charset="0"/>
            </a:endParaRPr>
          </a:p>
          <a:p>
            <a:pPr>
              <a:buNone/>
            </a:pPr>
            <a:endParaRPr lang="en-US" sz="2400" dirty="0">
              <a:latin typeface="Algerian" pitchFamily="8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SOME PICS OF DOGESH BHAI</a:t>
            </a:r>
            <a:endParaRPr lang="en-US" sz="2800" dirty="0">
              <a:latin typeface="Arial Black" pitchFamily="34" charset="0"/>
            </a:endParaRPr>
          </a:p>
        </p:txBody>
      </p:sp>
      <p:pic>
        <p:nvPicPr>
          <p:cNvPr id="4" name="Content Placeholder 3" descr="Screenshot (1123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800" y="1752600"/>
            <a:ext cx="7086600" cy="4572000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81</Words>
  <Application>Microsoft Office PowerPoint</Application>
  <PresentationFormat>On-screen Show (4:3)</PresentationFormat>
  <Paragraphs>8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DOGESH  BHAI</vt:lpstr>
      <vt:lpstr>WHO IS DOGESH</vt:lpstr>
      <vt:lpstr>SOME PICS OF DOGESH BHAI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DOGESH  BHAI</dc:title>
  <dc:creator>Vishesh Chaudhary</dc:creator>
  <cp:lastModifiedBy>Vishesh Chaudhary</cp:lastModifiedBy>
  <cp:revision>2</cp:revision>
  <dcterms:created xsi:type="dcterms:W3CDTF">2025-12-12T16:43:02Z</dcterms:created>
  <dcterms:modified xsi:type="dcterms:W3CDTF">2025-12-12T16:58:58Z</dcterms:modified>
</cp:coreProperties>
</file>